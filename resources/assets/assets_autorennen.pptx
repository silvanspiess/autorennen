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7F7F7F"/>
    <a:srgbClr val="F92600"/>
    <a:srgbClr val="00FF00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94660"/>
  </p:normalViewPr>
  <p:slideViewPr>
    <p:cSldViewPr snapToGrid="0">
      <p:cViewPr>
        <p:scale>
          <a:sx n="125" d="100"/>
          <a:sy n="125" d="100"/>
        </p:scale>
        <p:origin x="-69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78CB6-6206-6356-43DD-C17DE5F24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7F457D-967F-C523-32FB-E4E997990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C8103A-EDAC-B799-17BF-AD217645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288214-6BD1-751E-04F1-76D09B97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8737E2-FA7B-E163-C583-ECD8B513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114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3FADDA-1D36-DD5B-B772-D5744D71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6516DA-9385-44B7-0F1E-0E5109318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56F533-7091-DD58-2133-9906EA44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BA26E3-318F-0274-D6C9-B0BD00A7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5D6DF-C458-F161-28A2-0676B945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363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A50F4-30C2-DAE0-D4B4-1D89A7F3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DD54F2-4155-0DEC-FB37-FB02005C5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880883-0973-8E6F-A02B-948E852D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55FB5-0407-E047-844D-8E1FC6AE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25CDFD-8E99-58BE-2D2C-F879E12C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4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79266-9515-92F1-9CF0-AA4EFFE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36CA6-C899-55B7-AA08-925DE9903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7362E9-7CC4-B461-5347-81C52E20C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8DE42C-448A-B10A-A34F-B6206F0A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45C681-F5EA-7F42-2BFB-99D9844A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FA416A-5A47-5E3C-96A8-8506E14B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532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11E3F-F21B-929A-60E3-E6007254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7B3761-0378-7A76-D7B2-968809DD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084C0D-3D4D-7981-3E8A-919623BD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378DE8-CCCE-E109-F71B-B4B6802F1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187BA41-23CD-6F66-688A-F06D1CE1C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28FC63-D254-DDEC-DB6C-4CC6C115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0E0D69-F047-7ED8-6DC8-3639255F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607DE5-1D93-A472-A8DF-C407535F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806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45D415-CE1E-4F18-501F-D08FBB0C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4E868C-B7AE-81AB-6B95-65CC08F7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FF0C19-AF71-7DB3-3D8A-897709E7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2B8444-23C9-9355-132B-8E459608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891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270E06-4906-B32D-1483-196C790B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03A1A3-E52B-F70B-6299-79AAD5AF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9F4CB1-695B-CA57-7704-8854DA23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206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0E41C7-D0A8-1F6D-2A6E-4F16D59C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5FDCFF-9207-BD0C-5711-F08AFE991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1BBBF4-3C74-D117-E4C2-8EEFA0406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809168-4E27-F184-DF70-ADA47D5E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CB7C57-B33E-C0F8-5477-F59B603F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0206CC-0054-0718-E49A-DC3DA2B7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172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BD9D8-C956-069C-0C7F-6A1C92F7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434992-9C1B-A7C2-56B1-8DE9D62A3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4721E8-1648-940F-0608-694574EA6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9E06DB-FA8F-A804-252F-72886FF3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7E40C6-B237-CB52-5749-11B8E0B5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205F9-722A-EB6A-534E-54714D45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549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E5FED-0790-4E72-230F-09FBBDE9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8C77DFC-BB60-7156-E64C-93A6EB724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31785E-FA18-437F-BE02-AA77FAE8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D1BE79-7FA7-AB0E-192F-D79A52CC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BCB951-4ED2-C25A-FB9F-0A090656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056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E706E2-6120-F982-16BD-CB50554F4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488CF0-47F0-33AB-1AA2-337D8E245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32F4B-2112-4A5E-5573-0C69DC8E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3828-5962-A05C-4253-9DD7C84A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7CB36C-B3F6-7E23-27C6-96C39B74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78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B53B4A5-7694-636F-2513-FACC50E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208FCD-47E4-7ECD-B1D2-F9738AC9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A89230-33E4-50B8-D624-E100B9744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6AD73-74D0-49CC-8C86-ECA3241861BE}" type="datetimeFigureOut">
              <a:rPr lang="de-CH" smtClean="0"/>
              <a:t>06.07.2026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D6A535-292D-FEB6-4E86-0D32F9635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525061-B859-0619-7403-3C634436C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39C69-1784-4D88-A1E6-AC997D1174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427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obere Ecken, eine abgerundet, eine abgeschnitten 3">
            <a:extLst>
              <a:ext uri="{FF2B5EF4-FFF2-40B4-BE49-F238E27FC236}">
                <a16:creationId xmlns:a16="http://schemas.microsoft.com/office/drawing/2014/main" id="{EE0BB003-F580-144B-2BD3-F1CB7820A4D8}"/>
              </a:ext>
            </a:extLst>
          </p:cNvPr>
          <p:cNvSpPr/>
          <p:nvPr/>
        </p:nvSpPr>
        <p:spPr>
          <a:xfrm>
            <a:off x="2730500" y="155381"/>
            <a:ext cx="4946650" cy="850900"/>
          </a:xfrm>
          <a:prstGeom prst="snipRoundRect">
            <a:avLst>
              <a:gd name="adj1" fmla="val 39744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Flussdiagramm: Vorbereitung 4">
            <a:extLst>
              <a:ext uri="{FF2B5EF4-FFF2-40B4-BE49-F238E27FC236}">
                <a16:creationId xmlns:a16="http://schemas.microsoft.com/office/drawing/2014/main" id="{44CDAAE4-9A58-CA96-BE41-62773E90E636}"/>
              </a:ext>
            </a:extLst>
          </p:cNvPr>
          <p:cNvSpPr/>
          <p:nvPr/>
        </p:nvSpPr>
        <p:spPr>
          <a:xfrm>
            <a:off x="2730500" y="711200"/>
            <a:ext cx="4946650" cy="571500"/>
          </a:xfrm>
          <a:prstGeom prst="flowChartPreparation">
            <a:avLst/>
          </a:prstGeom>
          <a:solidFill>
            <a:srgbClr val="F9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hteck: obere Ecken, eine abgerundet, eine abgeschnitten 14">
            <a:extLst>
              <a:ext uri="{FF2B5EF4-FFF2-40B4-BE49-F238E27FC236}">
                <a16:creationId xmlns:a16="http://schemas.microsoft.com/office/drawing/2014/main" id="{11910039-2FE5-7A13-9D3E-2A378C18344D}"/>
              </a:ext>
            </a:extLst>
          </p:cNvPr>
          <p:cNvSpPr/>
          <p:nvPr/>
        </p:nvSpPr>
        <p:spPr>
          <a:xfrm>
            <a:off x="2730500" y="1562100"/>
            <a:ext cx="4946650" cy="850900"/>
          </a:xfrm>
          <a:prstGeom prst="snipRoundRect">
            <a:avLst>
              <a:gd name="adj1" fmla="val 39744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Flussdiagramm: Vorbereitung 16">
            <a:extLst>
              <a:ext uri="{FF2B5EF4-FFF2-40B4-BE49-F238E27FC236}">
                <a16:creationId xmlns:a16="http://schemas.microsoft.com/office/drawing/2014/main" id="{5901EE68-7229-8AF0-B05A-4FA910835ECF}"/>
              </a:ext>
            </a:extLst>
          </p:cNvPr>
          <p:cNvSpPr/>
          <p:nvPr/>
        </p:nvSpPr>
        <p:spPr>
          <a:xfrm>
            <a:off x="2730500" y="2127250"/>
            <a:ext cx="4946650" cy="571500"/>
          </a:xfrm>
          <a:prstGeom prst="flowChartPreparation">
            <a:avLst/>
          </a:prstGeom>
          <a:solidFill>
            <a:srgbClr val="FFFF00"/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obere Ecken, eine abgerundet, eine abgeschnitten 18">
            <a:extLst>
              <a:ext uri="{FF2B5EF4-FFF2-40B4-BE49-F238E27FC236}">
                <a16:creationId xmlns:a16="http://schemas.microsoft.com/office/drawing/2014/main" id="{6220CBC6-150A-3134-4054-9E55B074E9CE}"/>
              </a:ext>
            </a:extLst>
          </p:cNvPr>
          <p:cNvSpPr/>
          <p:nvPr/>
        </p:nvSpPr>
        <p:spPr>
          <a:xfrm>
            <a:off x="2730500" y="2978150"/>
            <a:ext cx="4946650" cy="850900"/>
          </a:xfrm>
          <a:prstGeom prst="snipRoundRect">
            <a:avLst>
              <a:gd name="adj1" fmla="val 39744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Flussdiagramm: Vorbereitung 20">
            <a:extLst>
              <a:ext uri="{FF2B5EF4-FFF2-40B4-BE49-F238E27FC236}">
                <a16:creationId xmlns:a16="http://schemas.microsoft.com/office/drawing/2014/main" id="{08D23CF0-6774-34AC-8E01-717A5E3A7DC5}"/>
              </a:ext>
            </a:extLst>
          </p:cNvPr>
          <p:cNvSpPr/>
          <p:nvPr/>
        </p:nvSpPr>
        <p:spPr>
          <a:xfrm>
            <a:off x="2730500" y="3543300"/>
            <a:ext cx="4946650" cy="571500"/>
          </a:xfrm>
          <a:prstGeom prst="flowChartPreparation">
            <a:avLst/>
          </a:prstGeom>
          <a:solidFill>
            <a:srgbClr val="00FF00"/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Rechteck: obere Ecken, eine abgerundet, eine abgeschnitten 22">
            <a:extLst>
              <a:ext uri="{FF2B5EF4-FFF2-40B4-BE49-F238E27FC236}">
                <a16:creationId xmlns:a16="http://schemas.microsoft.com/office/drawing/2014/main" id="{BA5E2334-B600-37A7-25B6-1A1A53E0B04B}"/>
              </a:ext>
            </a:extLst>
          </p:cNvPr>
          <p:cNvSpPr/>
          <p:nvPr/>
        </p:nvSpPr>
        <p:spPr>
          <a:xfrm>
            <a:off x="2730500" y="4394200"/>
            <a:ext cx="4946650" cy="850900"/>
          </a:xfrm>
          <a:prstGeom prst="snipRoundRect">
            <a:avLst>
              <a:gd name="adj1" fmla="val 39744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Flussdiagramm: Vorbereitung 24">
            <a:extLst>
              <a:ext uri="{FF2B5EF4-FFF2-40B4-BE49-F238E27FC236}">
                <a16:creationId xmlns:a16="http://schemas.microsoft.com/office/drawing/2014/main" id="{D7B459F9-E192-1D25-12CB-49CB5B49811A}"/>
              </a:ext>
            </a:extLst>
          </p:cNvPr>
          <p:cNvSpPr/>
          <p:nvPr/>
        </p:nvSpPr>
        <p:spPr>
          <a:xfrm>
            <a:off x="2730500" y="4959350"/>
            <a:ext cx="4946650" cy="571500"/>
          </a:xfrm>
          <a:prstGeom prst="flowChartPreparation">
            <a:avLst/>
          </a:prstGeom>
          <a:solidFill>
            <a:srgbClr val="7F7F7F"/>
          </a:solidFill>
          <a:ln>
            <a:solidFill>
              <a:srgbClr val="7F7F7F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473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C663C9B-2437-0FFC-7B7C-098EF91FBBFF}"/>
              </a:ext>
            </a:extLst>
          </p:cNvPr>
          <p:cNvSpPr/>
          <p:nvPr/>
        </p:nvSpPr>
        <p:spPr>
          <a:xfrm>
            <a:off x="4954843" y="2463800"/>
            <a:ext cx="1780663" cy="1085850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and: nach oben gekrümmt und gekippt 7">
            <a:extLst>
              <a:ext uri="{FF2B5EF4-FFF2-40B4-BE49-F238E27FC236}">
                <a16:creationId xmlns:a16="http://schemas.microsoft.com/office/drawing/2014/main" id="{AF75ABD0-4BEC-9276-A1C9-0F00F5B7EB6D}"/>
              </a:ext>
            </a:extLst>
          </p:cNvPr>
          <p:cNvSpPr/>
          <p:nvPr/>
        </p:nvSpPr>
        <p:spPr>
          <a:xfrm>
            <a:off x="4194175" y="1938512"/>
            <a:ext cx="3302000" cy="810014"/>
          </a:xfrm>
          <a:prstGeom prst="ellipseRibbon2">
            <a:avLst>
              <a:gd name="adj1" fmla="val 35191"/>
              <a:gd name="adj2" fmla="val 72030"/>
              <a:gd name="adj3" fmla="val 12500"/>
            </a:avLst>
          </a:prstGeom>
          <a:solidFill>
            <a:schemeClr val="tx2">
              <a:lumMod val="75000"/>
              <a:lumOff val="2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1BC778E-A88B-57D9-851A-100DF4C124E8}"/>
              </a:ext>
            </a:extLst>
          </p:cNvPr>
          <p:cNvSpPr txBox="1"/>
          <p:nvPr/>
        </p:nvSpPr>
        <p:spPr>
          <a:xfrm>
            <a:off x="4555459" y="2277503"/>
            <a:ext cx="2579432" cy="53906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307471"/>
              </a:avLst>
            </a:prstTxWarp>
            <a:spAutoFit/>
          </a:bodyPr>
          <a:lstStyle/>
          <a:p>
            <a:pPr algn="ctr"/>
            <a:r>
              <a:rPr lang="de-CH" sz="3600" b="1" dirty="0">
                <a:ln w="6600">
                  <a:solidFill>
                    <a:srgbClr val="FFFF00"/>
                  </a:solidFill>
                  <a:prstDash val="solid"/>
                </a:ln>
                <a:solidFill>
                  <a:srgbClr val="FFC000"/>
                </a:solidFill>
                <a:effectLst>
                  <a:glow rad="101600">
                    <a:srgbClr val="FFC000"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Winner</a:t>
            </a:r>
            <a:endParaRPr lang="de-CH" b="1" dirty="0">
              <a:ln w="6600">
                <a:solidFill>
                  <a:srgbClr val="FFFF00"/>
                </a:solidFill>
                <a:prstDash val="solid"/>
              </a:ln>
              <a:solidFill>
                <a:srgbClr val="FFC000"/>
              </a:solidFill>
              <a:effectLst>
                <a:glow rad="101600">
                  <a:srgbClr val="FFC000"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Gewitterblitz 8">
            <a:extLst>
              <a:ext uri="{FF2B5EF4-FFF2-40B4-BE49-F238E27FC236}">
                <a16:creationId xmlns:a16="http://schemas.microsoft.com/office/drawing/2014/main" id="{1D00692F-B452-0793-3DEE-A9C5EFDD6D3D}"/>
              </a:ext>
            </a:extLst>
          </p:cNvPr>
          <p:cNvSpPr/>
          <p:nvPr/>
        </p:nvSpPr>
        <p:spPr>
          <a:xfrm flipH="1">
            <a:off x="6380655" y="3225800"/>
            <a:ext cx="171450" cy="190500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CFA2B98-D85B-5643-931F-7DF0DB083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95" y="2596137"/>
            <a:ext cx="175610" cy="22043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59A50C6-FCAF-6539-E5BE-8992304F4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28" y="2901647"/>
            <a:ext cx="167377" cy="23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7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E38BB33-E4B6-4C27-AAC4-0A051A0B44D3}"/>
              </a:ext>
            </a:extLst>
          </p:cNvPr>
          <p:cNvSpPr/>
          <p:nvPr/>
        </p:nvSpPr>
        <p:spPr>
          <a:xfrm>
            <a:off x="2560319" y="2071945"/>
            <a:ext cx="1629294" cy="324197"/>
          </a:xfrm>
          <a:prstGeom prst="roundRect">
            <a:avLst/>
          </a:prstGeom>
          <a:solidFill>
            <a:srgbClr val="7474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20DF8C2-3A90-EBA7-0AA7-40A469D0CED1}"/>
              </a:ext>
            </a:extLst>
          </p:cNvPr>
          <p:cNvSpPr/>
          <p:nvPr/>
        </p:nvSpPr>
        <p:spPr>
          <a:xfrm>
            <a:off x="6004559" y="2071945"/>
            <a:ext cx="1629294" cy="324197"/>
          </a:xfrm>
          <a:prstGeom prst="roundRect">
            <a:avLst/>
          </a:prstGeom>
          <a:solidFill>
            <a:srgbClr val="7474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88D6AFA-2E64-B2F0-5D42-584CE9262AAA}"/>
              </a:ext>
            </a:extLst>
          </p:cNvPr>
          <p:cNvSpPr/>
          <p:nvPr/>
        </p:nvSpPr>
        <p:spPr>
          <a:xfrm>
            <a:off x="2039389" y="2277687"/>
            <a:ext cx="6231775" cy="327521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80D5A3-0736-3199-38E1-8FE4E8D7D4AE}"/>
              </a:ext>
            </a:extLst>
          </p:cNvPr>
          <p:cNvSpPr/>
          <p:nvPr/>
        </p:nvSpPr>
        <p:spPr>
          <a:xfrm>
            <a:off x="2378824" y="2581102"/>
            <a:ext cx="5552903" cy="266838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461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7740DF0B-2CD9-E5AC-1457-E6EA504C0795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88C800E6-3373-4960-87C2-7F658EE1660D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8DE60F6-826F-25E4-D04C-E8AD64E14A04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42183A6-F871-E20A-9DC5-00394267F657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0C1A0B79-B78C-998B-B946-1D5A00F2F4B4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472DFE2-10FE-277D-19E0-0BD5AECF839C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E23514AC-878D-70D0-351E-3ACC83B2EF66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3A29BE5-656F-CF64-164A-6B918278E992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C61E572-834C-45DC-5A99-AFF6DF0A2DE2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2B71E953-22F3-8042-4374-6033D970E1C7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9B6A3AD-F682-139F-A7B9-0EA93777FEDD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326D9B4C-0BB2-B4B0-1095-14EF17F4EFF1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FE6746A4-4836-70E1-61F9-595EF35FEE4B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494B377-F11F-6AF4-AB21-E010F6B7724D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CFA37162-3C6C-F91F-112F-C9302D45AD10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048B81A-CADB-F9B8-EF6D-8B35654F8F83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A24C648D-D444-EDAC-195C-86AFCF5CDD85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BC42B41E-8027-EE0B-FD6B-0D9C45C51B82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E74950F-9809-78F7-120A-C464D48891DF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CDC86910-C23F-78A9-6414-FE7353EB1E5D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3924484E-047E-F431-3D59-1140B78550DF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5EBD1F50-EDD0-373F-9479-F0001A4AEDF4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74BD862-FD96-171D-63F9-AF1B5E584298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DEA6C4D-7F5C-E011-C0D3-4FE3B2556FD0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601C2690-0E7D-F2D8-8EC6-47BABA5F449D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6A535C97-FB52-19FD-B55E-83AFA4F5592C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6D6F9AA4-ADB1-41BC-E3CC-DF06EAF3429F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08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6519-5E26-93E0-0D5E-667B4686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1CA811E1-F629-B23B-7823-96530B6C0F35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E70C4A4-658F-308F-7C62-2FD0BDA08F0E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362692A-C173-9710-C4CA-C9330BBA4457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860A26-C7BA-6B83-F060-51DB80BC41DE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78E1682C-A996-25C1-09AC-03A0D5004A5F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A576798-7BCC-3C56-0D8C-99A898C891FD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37474B1F-0539-55BF-8039-11031732FD34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6F371C8-6D6F-929F-87C9-E00EE5BE1708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5ABC1D3-157F-81A5-BC21-E9ECAF76168D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A1ABEAA2-9A2B-93AC-3116-EC61FB67397F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C4C87AF-1C46-CF66-1679-4A369DFEE60D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6B1F61B9-0E87-15CF-DD8B-D37D6834619F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A2B19911-A014-951F-44CE-AAD4AFEBDF3E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E52F630-5A69-3674-E90F-A03746D614EB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8596829D-4033-86D3-8BE3-A93B767266BD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C1E38A5-CD1D-0D88-03A6-8ED9A72F343B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D452319C-0777-3EA6-EB17-C12293A36E7A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F80CB549-8D15-851B-78E0-B25908889CB8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0FE452F-8C8F-757C-0BC2-FDBDC0E1E3A7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8F0E3575-3FB8-8C07-148A-7F1DC2EF400E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79B4FF-A31E-93FA-FC21-8CB39200C80E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EF2D48CB-C9F3-0B00-BAF8-A1DD08D2E82B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D6A9FFD5-614E-C3E2-D74D-C46279C7E7F3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7DAE186A-4AE0-5274-6FD7-3F7426DB3CAE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5AF22BFD-9F03-F28E-9649-A5A6AB4EBB3A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30F9ED9-936D-EEF3-CE76-99528888C274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A85FF4D5-0E11-FA54-6E5B-AAC065D9526B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2150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924D-B8DA-4239-474F-EF3F8BDF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7566E74B-D623-166D-9195-5256E3CB19BA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A7138D2-ECE3-6C24-1EB9-7DF4A0020659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A647FB9-B780-89DC-1652-02B0436F5C62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380FC6E-38C0-D573-1782-8B6035A91F60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047BA8C2-0A33-EA76-9123-59FD7A2D3119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40C9032-5768-B449-2CEA-C3C0F62DF13B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2CA2BA60-E162-F3CF-E080-A4EF4EE6F440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8F44110-CE6F-7E1E-E0D4-7A236AED24D4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99F768F-ED5D-4F2A-7CFF-229A3E81209A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070313DD-9901-4240-D191-58DAE22CF86E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5DC6AF4-BE01-FFE4-947B-8E1AF6108B3D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5EF740BE-055B-885F-48C7-E8FE64EF9569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AC25E55C-56A4-986D-B751-4309D9A84745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DF35194-FF50-A284-FB11-68A63D7B833B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9E2652F5-8976-FF41-C3C7-0774C3D96B24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4E58D8F-5CAD-B392-4F7E-BD36BC3B9F4D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01FBE23C-1778-F2FD-ED44-A0B1875D018C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34465F15-557D-3844-3429-8AA8781C002B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2B9BFE0-59E1-65E3-A19E-41E138592B19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89585710-C042-AFF7-4F49-BC77C65ABA51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BF0FA3B-EFA4-A160-839E-9C54D51E52C0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5DFE4A47-E831-C8BC-4621-FDFDDA0D0EE4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ED4703D7-67B4-EE57-D60D-42FA61904EBE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9BA6283-99EF-D815-D65F-3B1EB8AB90C1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3269BBEF-CB20-614D-9E65-202A04CE1B99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1D74F779-807E-FE0C-2962-8D3315A8B77E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DF7C1E27-8128-5AB1-498F-9DEE14C58C87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147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FEC4-6B64-E3DC-6D1E-2383DA3F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960277C9-4E1A-E02F-E4E7-95C6848E0E78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8C35DE11-33F8-2C7B-947E-E327FD0063EE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A1B1356-C915-A9E5-42FA-E50FA56F7521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F49D392-CF86-D116-657A-9D5C22B79AAB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B1D95019-9B69-DB3B-08F8-DF2184D63E0A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546F7F-AD85-5ECD-AC27-E98C73F04B2F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98188012-6820-C9AF-0DDC-7BE0F4684DCF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D0F49AC-48D1-5271-2074-859EE82B368B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76944A7-205F-6DB2-289B-60D06600B530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5C225523-8DAE-7739-2456-96DFD3A84104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09E224B-E4B9-4AE4-6B76-7D237AD391A5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6C27963E-C268-475F-A553-62A32C5AF232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D8D27F7-BD8E-570F-B780-74F0CF9E888B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1A1FA9C-DE3B-5734-9CBB-09A45B1D328F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22F8DEAF-D2D0-6257-D0C6-AA6B2851CF06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0753129-05CD-45FD-603F-50A0B4D28900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4DADF3A2-6324-7DB5-2F9D-0E1F33F5B993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086F6C2B-85D1-81C2-BA18-20852DE0F1F3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0C4CFEC-1437-C99C-508A-5B60399B85EB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1E4321DE-57AE-080F-D517-DC301A63C00F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82E21B41-F6A0-E828-B51C-CA1BB1B8A71E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5E405F8A-AEC0-0231-4C58-52551DC4FF84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04AA8707-57A7-3A20-A060-28A2A95599B5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B1ADBDB-449C-1912-1A14-C614D561731D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2E04E7D9-C4C6-3BD3-1553-E653C47068BA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EECAF00B-8CA8-2085-57F1-8231EF09DE12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A971A232-78BB-A459-85F6-AC248653D347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695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3A11-2C6B-2F9D-D6CD-1CC7F565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99ECCD08-CC11-EE11-8F3E-A05C3CA7F1F1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08F473A9-0A72-59FF-DEEA-609FA5E44125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4AF5D96-6D3B-7204-85E5-B604402AFD90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0743B16-1A13-6DFF-D723-17366EEAA419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00615DCF-EE55-5C0F-79D5-EF20C48E66DF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70CB350-5E33-A3C5-357C-00501C625ABE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A5E2858C-5F6B-E66A-5DF7-8C5C5E4B8094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DDD5FCA-BC94-4D20-484D-79026A9468EA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621B2A2-4861-6BE8-34A5-682EF50431B4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C793AC72-FAEB-EF2E-B60D-51E6819F9BD3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0FFE5B8-9899-35EA-C607-927A8C6C6997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53C0FB4E-FE33-A439-1C07-07E3DC9DA2A6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46D0DFEB-F2DD-6322-C7E6-B3D478E7D53A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F53BF75-373D-81C2-7319-FAD9A110C5F4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3010CAB5-0480-3FBD-82AE-C3D8486EB518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09ABC814-38DC-3E7E-F71B-FCEF9601BAB1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DAD3FB4C-1426-0074-9EB4-6082991AB276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2023B8BD-636E-EF60-2CAE-DB6BFDF39BC5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6B2A08C-6A35-1F24-6A1C-9AE0DC75ED6C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28EE1968-FD93-9BF7-B45B-6961612E0CDD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1E9E202-FEB2-F17E-DE12-2998BA9523B2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CAD97D8E-86A2-4209-EB22-D3E00EEAB1A5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1E69A0AB-149B-531D-54E1-20110EDF7513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16AAAB9-978E-66F6-5315-1C5E48A291B5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B348D409-3838-0622-FA79-494BB2BC5704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0FCE50EE-F369-4E5C-E08B-1EE510091743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0A0111F4-931E-6DA1-8636-57E631018498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526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B9A5-1BC5-8E79-00BF-10D801F9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1ADDFEA7-3360-1C8A-009B-3365175F63C7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21805E93-4F70-F26C-9206-6A53B99389CA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21A25D1-1E8B-7ECD-2EE4-9AC222DCFBAB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8BD324E-61FA-88EC-727A-F1C96BB32F2A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4696C457-1DBA-6EBB-C618-FC2B51589FD1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AC36EFE-519D-7994-6138-CB1B9DABA9A7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14CADCA4-8163-4DC2-AADE-580F3C5F67A9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50382A5-44D0-E789-2B97-1239F176E8B3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F919243-3AED-54D2-60ED-221EF6828111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20EA915E-2256-8BB0-8396-9235C659F9E6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1152F60-9A68-17F1-911D-BADC21EACEB2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AAC173F4-23A2-ACE5-A4E9-CBD28391E322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85B8B50A-4509-8192-C820-B3FA2717A03B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B00AF98-6B34-13B3-B76D-523A380BB60E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B0EF1285-4D29-49C5-017A-4DC2B006E3EA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2384CFA-8268-430A-EA32-833DEC5BCCF1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6332268B-7AA7-592B-1538-F75E52B28441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A5472C04-85E1-453A-B744-63FF2E6CFE60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870AEC6-9FAD-7A82-AE8A-8B9C744E61D5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62BB6FA9-EF80-A2C4-5E80-F1C89109D13D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8D20125-3AAE-4339-9699-AA604F4C9C2C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4F52124B-DF04-6D51-F5DE-3B4F5176E9C5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40C89D4-BB22-1BD0-9DFA-DA8DB40815F3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4B00800-BCE6-7008-1CA9-0C2E9B8F8703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C34E34DF-FCD3-5AC4-0F59-9554EBA042D5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F7A36D6-6E47-3D31-C590-20317CF819F0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1DC2FF9B-438F-2D7E-15F6-44D24CF59245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7238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B25D-D3A0-9688-4299-FB33920D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5384EFDB-56C9-FED0-9B6A-618D9A475F32}"/>
              </a:ext>
            </a:extLst>
          </p:cNvPr>
          <p:cNvSpPr/>
          <p:nvPr/>
        </p:nvSpPr>
        <p:spPr>
          <a:xfrm>
            <a:off x="1869511" y="4148895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34E8AEA-B142-898A-7257-2CB748A5014B}"/>
              </a:ext>
            </a:extLst>
          </p:cNvPr>
          <p:cNvSpPr/>
          <p:nvPr/>
        </p:nvSpPr>
        <p:spPr>
          <a:xfrm>
            <a:off x="1869511" y="3125476"/>
            <a:ext cx="8524169" cy="382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D9638A7-3A18-EBF1-DC8C-759B70F4A632}"/>
              </a:ext>
            </a:extLst>
          </p:cNvPr>
          <p:cNvSpPr/>
          <p:nvPr/>
        </p:nvSpPr>
        <p:spPr>
          <a:xfrm>
            <a:off x="2823981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CEBCF7C-8CB9-2658-B89E-226B7C9FB17A}"/>
              </a:ext>
            </a:extLst>
          </p:cNvPr>
          <p:cNvSpPr>
            <a:spLocks noChangeAspect="1"/>
          </p:cNvSpPr>
          <p:nvPr/>
        </p:nvSpPr>
        <p:spPr>
          <a:xfrm>
            <a:off x="3027554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Mond 5">
            <a:extLst>
              <a:ext uri="{FF2B5EF4-FFF2-40B4-BE49-F238E27FC236}">
                <a16:creationId xmlns:a16="http://schemas.microsoft.com/office/drawing/2014/main" id="{541211E5-F7EF-70E8-B3FA-D7ECD5412893}"/>
              </a:ext>
            </a:extLst>
          </p:cNvPr>
          <p:cNvSpPr/>
          <p:nvPr/>
        </p:nvSpPr>
        <p:spPr>
          <a:xfrm rot="5400000">
            <a:off x="3277735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C212AF1-7F89-5A28-9C07-F6ABCEEFC61A}"/>
              </a:ext>
            </a:extLst>
          </p:cNvPr>
          <p:cNvSpPr>
            <a:spLocks noChangeAspect="1"/>
          </p:cNvSpPr>
          <p:nvPr/>
        </p:nvSpPr>
        <p:spPr>
          <a:xfrm>
            <a:off x="3027554" y="416224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Mond 9">
            <a:extLst>
              <a:ext uri="{FF2B5EF4-FFF2-40B4-BE49-F238E27FC236}">
                <a16:creationId xmlns:a16="http://schemas.microsoft.com/office/drawing/2014/main" id="{F88F4AB4-5E15-1DA0-2900-DCB7D321FCE5}"/>
              </a:ext>
            </a:extLst>
          </p:cNvPr>
          <p:cNvSpPr/>
          <p:nvPr/>
        </p:nvSpPr>
        <p:spPr>
          <a:xfrm rot="5400000">
            <a:off x="3277735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AF52EB0-1C22-BC73-6ECB-A89321D7F5CB}"/>
              </a:ext>
            </a:extLst>
          </p:cNvPr>
          <p:cNvSpPr/>
          <p:nvPr/>
        </p:nvSpPr>
        <p:spPr>
          <a:xfrm>
            <a:off x="4183024" y="2644409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7A4A529-6E43-316F-D1A8-B5A785DAD073}"/>
              </a:ext>
            </a:extLst>
          </p:cNvPr>
          <p:cNvSpPr>
            <a:spLocks noChangeAspect="1"/>
          </p:cNvSpPr>
          <p:nvPr/>
        </p:nvSpPr>
        <p:spPr>
          <a:xfrm>
            <a:off x="4386597" y="306496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Mond 15">
            <a:extLst>
              <a:ext uri="{FF2B5EF4-FFF2-40B4-BE49-F238E27FC236}">
                <a16:creationId xmlns:a16="http://schemas.microsoft.com/office/drawing/2014/main" id="{597E6E02-DEC4-2F6A-C1EF-2B62D2AFC58C}"/>
              </a:ext>
            </a:extLst>
          </p:cNvPr>
          <p:cNvSpPr/>
          <p:nvPr/>
        </p:nvSpPr>
        <p:spPr>
          <a:xfrm rot="5400000">
            <a:off x="4636778" y="280167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7993B7B-9E5F-529E-6942-EBB75876DB09}"/>
              </a:ext>
            </a:extLst>
          </p:cNvPr>
          <p:cNvSpPr>
            <a:spLocks noChangeAspect="1"/>
          </p:cNvSpPr>
          <p:nvPr/>
        </p:nvSpPr>
        <p:spPr>
          <a:xfrm>
            <a:off x="4386597" y="4162248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Mond 19">
            <a:extLst>
              <a:ext uri="{FF2B5EF4-FFF2-40B4-BE49-F238E27FC236}">
                <a16:creationId xmlns:a16="http://schemas.microsoft.com/office/drawing/2014/main" id="{04F4B3B7-7AEE-346E-490C-FEF2EF0E2106}"/>
              </a:ext>
            </a:extLst>
          </p:cNvPr>
          <p:cNvSpPr/>
          <p:nvPr/>
        </p:nvSpPr>
        <p:spPr>
          <a:xfrm rot="5400000">
            <a:off x="4636778" y="3898958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9A803B54-B44A-5BBA-41CB-3DD94EFDDBA0}"/>
              </a:ext>
            </a:extLst>
          </p:cNvPr>
          <p:cNvSpPr/>
          <p:nvPr/>
        </p:nvSpPr>
        <p:spPr>
          <a:xfrm>
            <a:off x="5542067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7E50EB3-42A6-F76D-0205-5BF568F04148}"/>
              </a:ext>
            </a:extLst>
          </p:cNvPr>
          <p:cNvSpPr>
            <a:spLocks noChangeAspect="1"/>
          </p:cNvSpPr>
          <p:nvPr/>
        </p:nvSpPr>
        <p:spPr>
          <a:xfrm>
            <a:off x="5745640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Mond 25">
            <a:extLst>
              <a:ext uri="{FF2B5EF4-FFF2-40B4-BE49-F238E27FC236}">
                <a16:creationId xmlns:a16="http://schemas.microsoft.com/office/drawing/2014/main" id="{34BA8349-7E43-C5A5-5E33-B980FC6326B3}"/>
              </a:ext>
            </a:extLst>
          </p:cNvPr>
          <p:cNvSpPr/>
          <p:nvPr/>
        </p:nvSpPr>
        <p:spPr>
          <a:xfrm rot="5400000">
            <a:off x="5995821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9F5C8ED-F3C8-10EC-A24D-855FF66EA3CF}"/>
              </a:ext>
            </a:extLst>
          </p:cNvPr>
          <p:cNvSpPr>
            <a:spLocks noChangeAspect="1"/>
          </p:cNvSpPr>
          <p:nvPr/>
        </p:nvSpPr>
        <p:spPr>
          <a:xfrm>
            <a:off x="5745640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Mond 29">
            <a:extLst>
              <a:ext uri="{FF2B5EF4-FFF2-40B4-BE49-F238E27FC236}">
                <a16:creationId xmlns:a16="http://schemas.microsoft.com/office/drawing/2014/main" id="{753A55FE-4114-5649-67CD-95FA0E686967}"/>
              </a:ext>
            </a:extLst>
          </p:cNvPr>
          <p:cNvSpPr/>
          <p:nvPr/>
        </p:nvSpPr>
        <p:spPr>
          <a:xfrm rot="5400000">
            <a:off x="5995821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032AACD7-5483-B9F9-E2FF-DA008E50D363}"/>
              </a:ext>
            </a:extLst>
          </p:cNvPr>
          <p:cNvSpPr/>
          <p:nvPr/>
        </p:nvSpPr>
        <p:spPr>
          <a:xfrm>
            <a:off x="6901110" y="264296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B12D80E-33B7-AA41-3165-0479116633AA}"/>
              </a:ext>
            </a:extLst>
          </p:cNvPr>
          <p:cNvSpPr>
            <a:spLocks noChangeAspect="1"/>
          </p:cNvSpPr>
          <p:nvPr/>
        </p:nvSpPr>
        <p:spPr>
          <a:xfrm>
            <a:off x="7104683" y="306352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Mond 35">
            <a:extLst>
              <a:ext uri="{FF2B5EF4-FFF2-40B4-BE49-F238E27FC236}">
                <a16:creationId xmlns:a16="http://schemas.microsoft.com/office/drawing/2014/main" id="{496B4C98-7933-8358-6EAA-1697ED3B4326}"/>
              </a:ext>
            </a:extLst>
          </p:cNvPr>
          <p:cNvSpPr/>
          <p:nvPr/>
        </p:nvSpPr>
        <p:spPr>
          <a:xfrm rot="5400000">
            <a:off x="7354864" y="280023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2ABA405-FEE0-EEF3-31CC-B1E8158D0F9F}"/>
              </a:ext>
            </a:extLst>
          </p:cNvPr>
          <p:cNvSpPr>
            <a:spLocks noChangeAspect="1"/>
          </p:cNvSpPr>
          <p:nvPr/>
        </p:nvSpPr>
        <p:spPr>
          <a:xfrm>
            <a:off x="7104683" y="416080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Mond 39">
            <a:extLst>
              <a:ext uri="{FF2B5EF4-FFF2-40B4-BE49-F238E27FC236}">
                <a16:creationId xmlns:a16="http://schemas.microsoft.com/office/drawing/2014/main" id="{256C2E87-CFF2-B887-6222-FB1CA83DA2DF}"/>
              </a:ext>
            </a:extLst>
          </p:cNvPr>
          <p:cNvSpPr/>
          <p:nvPr/>
        </p:nvSpPr>
        <p:spPr>
          <a:xfrm rot="5400000">
            <a:off x="7354864" y="389751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DA3DF7E1-E502-9427-FA01-46214252F2F6}"/>
              </a:ext>
            </a:extLst>
          </p:cNvPr>
          <p:cNvSpPr/>
          <p:nvPr/>
        </p:nvSpPr>
        <p:spPr>
          <a:xfrm>
            <a:off x="8288318" y="2665822"/>
            <a:ext cx="1155470" cy="26878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E9BBBC4-670C-9267-00F7-63BE27FD26FF}"/>
              </a:ext>
            </a:extLst>
          </p:cNvPr>
          <p:cNvSpPr>
            <a:spLocks noChangeAspect="1"/>
          </p:cNvSpPr>
          <p:nvPr/>
        </p:nvSpPr>
        <p:spPr>
          <a:xfrm>
            <a:off x="8491891" y="308638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Mond 45">
            <a:extLst>
              <a:ext uri="{FF2B5EF4-FFF2-40B4-BE49-F238E27FC236}">
                <a16:creationId xmlns:a16="http://schemas.microsoft.com/office/drawing/2014/main" id="{7DE43B90-56A5-4638-1479-509C6E8A72BF}"/>
              </a:ext>
            </a:extLst>
          </p:cNvPr>
          <p:cNvSpPr/>
          <p:nvPr/>
        </p:nvSpPr>
        <p:spPr>
          <a:xfrm rot="5400000">
            <a:off x="8742072" y="282309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E1B2922-01CA-D2D0-ACF6-E1912745F7E4}"/>
              </a:ext>
            </a:extLst>
          </p:cNvPr>
          <p:cNvSpPr>
            <a:spLocks noChangeAspect="1"/>
          </p:cNvSpPr>
          <p:nvPr/>
        </p:nvSpPr>
        <p:spPr>
          <a:xfrm>
            <a:off x="8491891" y="4183661"/>
            <a:ext cx="756000" cy="7560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D7D48428-DC90-A60E-3D63-EC3A7D11A733}"/>
              </a:ext>
            </a:extLst>
          </p:cNvPr>
          <p:cNvSpPr/>
          <p:nvPr/>
        </p:nvSpPr>
        <p:spPr>
          <a:xfrm rot="5400000">
            <a:off x="8742072" y="3920371"/>
            <a:ext cx="255639" cy="699670"/>
          </a:xfrm>
          <a:prstGeom prst="moon">
            <a:avLst>
              <a:gd name="adj" fmla="val 2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49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Spiess Silvan</dc:creator>
  <cp:lastModifiedBy>Spiess Silvan</cp:lastModifiedBy>
  <cp:revision>4</cp:revision>
  <dcterms:created xsi:type="dcterms:W3CDTF">2026-07-06T01:32:56Z</dcterms:created>
  <dcterms:modified xsi:type="dcterms:W3CDTF">2026-07-06T15:07:01Z</dcterms:modified>
</cp:coreProperties>
</file>