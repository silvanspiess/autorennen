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1" r:id="rId4"/>
    <p:sldId id="260" r:id="rId5"/>
    <p:sldId id="263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99B9E0-10E3-AB04-0FA4-757FDB8DE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18BE018-CC40-E492-B7D6-BCAEA6E1B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5D8D25-118B-02C9-AAA2-BD5C4E0B2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05F3-2516-40A5-914A-C182764AFAE9}" type="datetimeFigureOut">
              <a:rPr lang="de-CH" smtClean="0"/>
              <a:t>06.04.2026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38CA3A-556F-735B-B4FF-B5E85BE36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B94451-5EB1-0BB9-04D5-B56060C3D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461-7874-4851-81F9-14817D58432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70788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63603C-DBF8-99DD-9714-A938DEE7E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F30D87-F6D8-D9A6-E17E-AAC13E31E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5A68A0-0E5D-5441-35BF-D9030709B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05F3-2516-40A5-914A-C182764AFAE9}" type="datetimeFigureOut">
              <a:rPr lang="de-CH" smtClean="0"/>
              <a:t>06.04.2026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0B79B7-7E9A-200D-259F-BDB3BE786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56FE39-8629-30FA-E404-C29D838BF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461-7874-4851-81F9-14817D58432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8066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F364DB-399A-0F91-F81A-4DF71BFFF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F55EBD-6B1A-2960-227A-31A175234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A6A6F6-0A9A-45DC-93A3-599EB6FF2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05F3-2516-40A5-914A-C182764AFAE9}" type="datetimeFigureOut">
              <a:rPr lang="de-CH" smtClean="0"/>
              <a:t>06.04.2026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D10442-EA64-13CF-4FA3-D939EDA8E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67C329-522A-199B-3BE2-50B056B4A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461-7874-4851-81F9-14817D58432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74731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C27D28-403E-F3F3-A10E-32A28C734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977418-8416-BF72-B92A-C3D25E2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74A37C7-D3AE-9984-C132-B4B8CAE3D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E6074A7-184A-FBAF-E568-7005C31AC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05F3-2516-40A5-914A-C182764AFAE9}" type="datetimeFigureOut">
              <a:rPr lang="de-CH" smtClean="0"/>
              <a:t>06.04.2026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E2D1A5-F20A-3AE4-FBBC-3CA1D2946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B5CD034-B59D-9C3D-3C01-D3DBA9038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461-7874-4851-81F9-14817D58432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01495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F626C2-47FC-B850-8CE0-5624B003E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6E3496-DA49-9675-8840-7680236DA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2417476-8B30-FBCD-19C5-2036D49147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DAFBA29-0F46-5BE5-A260-97BD7DA7C1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51FE1F5-BEA5-DD96-4ED5-775D22AF2E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5D3BDD6-0D5D-CB8B-9994-FF4B57572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05F3-2516-40A5-914A-C182764AFAE9}" type="datetimeFigureOut">
              <a:rPr lang="de-CH" smtClean="0"/>
              <a:t>06.04.2026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63BB887-2358-1B6D-B72B-F888C7B9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8D43A3A-933D-1FB6-9777-C874D6ABD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461-7874-4851-81F9-14817D58432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70592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DC46FF-903E-5F38-2A2D-1B21D844B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6EEFD63-5DE1-6D89-7649-58DB4B83E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05F3-2516-40A5-914A-C182764AFAE9}" type="datetimeFigureOut">
              <a:rPr lang="de-CH" smtClean="0"/>
              <a:t>06.04.2026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C40232-89BC-BB5B-8692-BCE8D707F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EE158D-854F-0E01-7B52-CF56D4C26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461-7874-4851-81F9-14817D58432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36917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1305FAC-F196-7A2E-2953-107807FFD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05F3-2516-40A5-914A-C182764AFAE9}" type="datetimeFigureOut">
              <a:rPr lang="de-CH" smtClean="0"/>
              <a:t>06.04.2026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A95130D-C65B-C47E-0491-860F1513C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4FAD63-FF18-C139-B258-DE164FD80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461-7874-4851-81F9-14817D58432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30212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3768BC-FAC5-F9AD-6D47-FFE0778EF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7D9EAE-F793-C951-5C5C-A0EF28956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372F0C9-EC66-119E-0F71-2E1713919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67B4D7E-DAEA-B3DC-EF58-A3C5EE62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05F3-2516-40A5-914A-C182764AFAE9}" type="datetimeFigureOut">
              <a:rPr lang="de-CH" smtClean="0"/>
              <a:t>06.04.2026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DD1C947-AFFD-C1A7-4C14-3D1168AAE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C0288D-E096-65B8-4CC1-E4A4D3466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461-7874-4851-81F9-14817D58432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99058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3F5E2A-E1E3-1A98-8921-0A8E1A21C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86E5350-B1BC-A764-CDB5-44075EA667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FF47F15-14C4-E29A-8A0A-16303F319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7672806-40B9-F1B4-B7B3-19BD4DF7B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05F3-2516-40A5-914A-C182764AFAE9}" type="datetimeFigureOut">
              <a:rPr lang="de-CH" smtClean="0"/>
              <a:t>06.04.2026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AB63DC3-5DCA-6FD0-03F1-853411BF1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739FAE5-AD6C-4682-61D6-1590DC172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461-7874-4851-81F9-14817D58432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7123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B4C108-00CE-DF39-CE0B-5AB91FEF0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03F379A-2FFB-45C6-D760-A494FFDFD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B017AE-CEC8-5C58-8A56-A6FD8F924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05F3-2516-40A5-914A-C182764AFAE9}" type="datetimeFigureOut">
              <a:rPr lang="de-CH" smtClean="0"/>
              <a:t>06.04.2026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6D8B54-FA26-CA21-FF82-1812539A9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C7FFE8-6DAA-58B2-9890-3CE39D870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461-7874-4851-81F9-14817D58432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2712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EDF8021-3FE0-8002-905F-507A4A04BD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D9614FD-F212-A27A-DB30-2892984C0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C22632-CF80-8FDE-018E-202E687BA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205F3-2516-40A5-914A-C182764AFAE9}" type="datetimeFigureOut">
              <a:rPr lang="de-CH" smtClean="0"/>
              <a:t>06.04.2026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4BFC9B-89C7-992D-6BA0-42B59F9EC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A9F12B-0F17-63ED-FD50-233A80166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5461-7874-4851-81F9-14817D58432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6541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8C47591-BB27-708F-474B-4E7F25A1A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CD2295A-0AFB-7AD3-DDE0-C4000BE7C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621FDF-8956-6B2D-BF32-4A78336A9F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7205F3-2516-40A5-914A-C182764AFAE9}" type="datetimeFigureOut">
              <a:rPr lang="de-CH" smtClean="0"/>
              <a:t>06.04.2026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445124-4678-1A4F-5A79-E80F51FE1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4C4961-F564-1D17-F7AC-D9699F594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285461-7874-4851-81F9-14817D58432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01787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F2FF20E-2322-BE78-B340-77F27F08E6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82" t="5428" r="9762" b="23392"/>
          <a:stretch>
            <a:fillRect/>
          </a:stretch>
        </p:blipFill>
        <p:spPr>
          <a:xfrm>
            <a:off x="5864254" y="3305194"/>
            <a:ext cx="469841" cy="237481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E0050A17-D3CB-E185-9A73-337552D55D43}"/>
              </a:ext>
            </a:extLst>
          </p:cNvPr>
          <p:cNvSpPr/>
          <p:nvPr/>
        </p:nvSpPr>
        <p:spPr>
          <a:xfrm>
            <a:off x="5857905" y="3286143"/>
            <a:ext cx="476190" cy="2857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45562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29FEB-1697-5B3C-7B1D-22CF89C3C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age 31 | HD lamborghini cars wallpapers | Peakpx">
            <a:extLst>
              <a:ext uri="{FF2B5EF4-FFF2-40B4-BE49-F238E27FC236}">
                <a16:creationId xmlns:a16="http://schemas.microsoft.com/office/drawing/2014/main" id="{CDAEBE86-886A-CAC5-79DC-4AA121208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 rot="5400000">
            <a:off x="5956739" y="3191688"/>
            <a:ext cx="267898" cy="476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53A61ED6-1306-08D5-1FB6-CE1C0D23188B}"/>
              </a:ext>
            </a:extLst>
          </p:cNvPr>
          <p:cNvSpPr/>
          <p:nvPr/>
        </p:nvSpPr>
        <p:spPr>
          <a:xfrm>
            <a:off x="5857905" y="3286143"/>
            <a:ext cx="476190" cy="2857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84443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A0A75-DFA4-5651-0273-9B8D8EC8F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ownload Red Sports Car Top View | Wallpapers.com">
            <a:extLst>
              <a:ext uri="{FF2B5EF4-FFF2-40B4-BE49-F238E27FC236}">
                <a16:creationId xmlns:a16="http://schemas.microsoft.com/office/drawing/2014/main" id="{D9659EC4-D243-7847-1C55-8B68ED0EB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5892799" y="3317324"/>
            <a:ext cx="428094" cy="225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8592FC59-494E-0191-D929-DEBAB1227C0E}"/>
              </a:ext>
            </a:extLst>
          </p:cNvPr>
          <p:cNvSpPr/>
          <p:nvPr/>
        </p:nvSpPr>
        <p:spPr>
          <a:xfrm>
            <a:off x="5857905" y="3286143"/>
            <a:ext cx="476190" cy="2857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71805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91D87-2B3B-5C2C-1C49-2022D811C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claren Sports Car: Over 770 Royalty-Free Licensable Stock Illustrations &amp;  Drawings | Shutterstock">
            <a:extLst>
              <a:ext uri="{FF2B5EF4-FFF2-40B4-BE49-F238E27FC236}">
                <a16:creationId xmlns:a16="http://schemas.microsoft.com/office/drawing/2014/main" id="{4B03E4D4-9721-C8AB-A2FE-919724B5BD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3953" t="8997" r="4473" b="16416"/>
          <a:stretch>
            <a:fillRect/>
          </a:stretch>
        </p:blipFill>
        <p:spPr bwMode="auto">
          <a:xfrm rot="10800000">
            <a:off x="5876955" y="3323459"/>
            <a:ext cx="428526" cy="211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A1E971FA-C195-9E37-1B21-D98F9FB6CCA8}"/>
              </a:ext>
            </a:extLst>
          </p:cNvPr>
          <p:cNvSpPr/>
          <p:nvPr/>
        </p:nvSpPr>
        <p:spPr>
          <a:xfrm>
            <a:off x="5857905" y="3286143"/>
            <a:ext cx="476190" cy="2857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14138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6A1B8-517E-53B6-5643-593220C07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C0361E7D-CDFA-29EB-E874-2E2FF3324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905" y="3286143"/>
            <a:ext cx="476190" cy="285714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6F779945-BEDA-985A-B78F-69EDB4544501}"/>
              </a:ext>
            </a:extLst>
          </p:cNvPr>
          <p:cNvSpPr/>
          <p:nvPr/>
        </p:nvSpPr>
        <p:spPr>
          <a:xfrm>
            <a:off x="5857905" y="3286143"/>
            <a:ext cx="476190" cy="2857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77573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Spiess Silvan</dc:creator>
  <cp:lastModifiedBy>Spiess Silvan</cp:lastModifiedBy>
  <cp:revision>2</cp:revision>
  <dcterms:created xsi:type="dcterms:W3CDTF">2026-04-06T19:49:48Z</dcterms:created>
  <dcterms:modified xsi:type="dcterms:W3CDTF">2026-04-06T20:38:14Z</dcterms:modified>
</cp:coreProperties>
</file>